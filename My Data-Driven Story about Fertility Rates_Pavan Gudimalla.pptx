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umar" userId="6171d64511631018" providerId="LiveId" clId="{C93DEFB9-7FCF-4AD1-8886-46B8C68B01AE}"/>
    <pc:docChg chg="modSld">
      <pc:chgData name="Pavan Kumar" userId="6171d64511631018" providerId="LiveId" clId="{C93DEFB9-7FCF-4AD1-8886-46B8C68B01AE}" dt="2025-04-02T17:51:57.439" v="2" actId="1076"/>
      <pc:docMkLst>
        <pc:docMk/>
      </pc:docMkLst>
      <pc:sldChg chg="modSp mod">
        <pc:chgData name="Pavan Kumar" userId="6171d64511631018" providerId="LiveId" clId="{C93DEFB9-7FCF-4AD1-8886-46B8C68B01AE}" dt="2025-04-02T17:51:57.439" v="2" actId="1076"/>
        <pc:sldMkLst>
          <pc:docMk/>
          <pc:sldMk cId="95992585" sldId="258"/>
        </pc:sldMkLst>
        <pc:picChg chg="mod">
          <ac:chgData name="Pavan Kumar" userId="6171d64511631018" providerId="LiveId" clId="{C93DEFB9-7FCF-4AD1-8886-46B8C68B01AE}" dt="2025-04-02T17:51:57.439" v="2" actId="1076"/>
          <ac:picMkLst>
            <pc:docMk/>
            <pc:sldMk cId="95992585" sldId="258"/>
            <ac:picMk id="3" creationId="{7B98339E-FDE3-4225-9D3C-211777DF12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B18D62A-707F-412A-B906-A652D2DA0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My Data-Driven Story about Fertility Rates_Pavan Gudimalla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AA92608D-EDE2-4F4F-9A5E-BFE2D79FD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4/2/2025 1:51:18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Line Chart">
            <a:extLst>
              <a:ext uri="{FF2B5EF4-FFF2-40B4-BE49-F238E27FC236}">
                <a16:creationId xmlns:a16="http://schemas.microsoft.com/office/drawing/2014/main" id="{0E0E292B-5AC3-4DAE-A95F-A971BB651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0" y="0"/>
            <a:ext cx="11997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Bar Chart">
            <a:extLst>
              <a:ext uri="{FF2B5EF4-FFF2-40B4-BE49-F238E27FC236}">
                <a16:creationId xmlns:a16="http://schemas.microsoft.com/office/drawing/2014/main" id="{7B98339E-FDE3-4225-9D3C-211777DF1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60" y="1778172"/>
            <a:ext cx="6046236" cy="42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catter Plot">
            <a:extLst>
              <a:ext uri="{FF2B5EF4-FFF2-40B4-BE49-F238E27FC236}">
                <a16:creationId xmlns:a16="http://schemas.microsoft.com/office/drawing/2014/main" id="{FDE4BA42-937D-47AA-B6F2-9E04E3D08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344" y="0"/>
            <a:ext cx="7343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Map">
            <a:extLst>
              <a:ext uri="{FF2B5EF4-FFF2-40B4-BE49-F238E27FC236}">
                <a16:creationId xmlns:a16="http://schemas.microsoft.com/office/drawing/2014/main" id="{981AF709-CAB8-43CC-8E70-BE042A69A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674"/>
            <a:ext cx="12192000" cy="65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Heat Map">
            <a:extLst>
              <a:ext uri="{FF2B5EF4-FFF2-40B4-BE49-F238E27FC236}">
                <a16:creationId xmlns:a16="http://schemas.microsoft.com/office/drawing/2014/main" id="{2453C73A-0DDF-4670-B1AA-EB6E49D95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247650"/>
            <a:ext cx="98298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My Data-Driven Story about Fertility Rates_Pavan Gudimalla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Pavan Kumar</cp:lastModifiedBy>
  <cp:revision>1</cp:revision>
  <dcterms:created xsi:type="dcterms:W3CDTF">2025-04-02T17:51:19Z</dcterms:created>
  <dcterms:modified xsi:type="dcterms:W3CDTF">2025-04-02T17:52:02Z</dcterms:modified>
</cp:coreProperties>
</file>